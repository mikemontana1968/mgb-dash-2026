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3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613D-6ACA-46A5-A504-92615A57A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BD40C-5202-28FB-6A09-83B841D58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6E2E7-FCC1-86C8-A0DE-5137C0E5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B450-5AB9-22A4-6725-9F1EFBAE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AABEA-0CBC-6D62-49B8-6073591D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9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B012-0C42-8C6C-54CB-77AF9160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A9B3-2406-1981-5F4B-E671115A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CF3A9-7BA0-48C9-FEE3-A7A01845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9A24A-2AD9-F740-02EF-283D63DA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1AF0-0855-6304-BA1C-B8F42C9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1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369C-9680-E22E-60F4-2E94E9CA7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8B67A-7C7A-5037-2310-ED72759A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409DB-3719-A93D-B45A-2C258F40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C77CD-1E88-D862-126B-EF5495FD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DB60E-B812-7AEA-7231-728CA22C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1106-559E-01AE-8531-AE8D023D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C4A1E-A0CC-F161-06ED-034DB5524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E4FF6-864B-54A9-C3A1-DF4086BFF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0A9A4-0FEB-A8BD-1BD4-9F7ED681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341C5-4CAF-F1A8-7B7E-22F86612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EB66-8196-0A09-7344-CA07554C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7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A7C1-130B-A11C-655A-82C2577D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EBB38-32F7-6BBB-5AE1-4A035A50D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40E7E-39BC-DA71-77EF-9EE2A1B7E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A68F4-61DF-0920-EC03-50D2E8DAC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8AF84-912B-31C5-6592-ECC9186C1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00D1E-4335-6301-07DC-5C15BD2F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7CA77-EACA-68F5-2518-1A2417DC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8E33A-C6BE-64C7-360B-A469993E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0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14F6-873F-FF69-CA32-AD788C0B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0BF4D-1D84-9A20-B1B2-A1C20CFD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BF374-BBB8-7D99-54B5-AB7B68B1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3CAFB-6773-C1EE-1DB3-B8052454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5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9CF382-D716-74DF-9BBF-3AA16F30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8F77D-3786-F021-AC0E-ADF4AB73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3C1AB-733E-A734-B960-0CEF0082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5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00A0-75A3-B18F-734E-43D165F8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421AC-7D14-B4C5-3172-C121789D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F51C7-9B8B-AF77-AB46-3DA8ED0BA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49543-5E49-EE14-26F0-C33DA4DB6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D7160-B398-6EB0-A83C-0EABBB5C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8F69B-1A3F-D8D4-E8FF-A0A2456E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9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975D-E23F-A8FE-23EC-BAE6B422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6764E5-A115-E4C4-FB1A-A774DA74D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F93E5-B3E6-8160-1344-8ED0777DA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FC05D-7EE3-62E7-D998-2AA4ED52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BF7D4-31A7-30BB-3E30-B44E1E0D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6EC18-BBF1-D570-D95E-767843B1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D9FE-4A26-F27B-A8DA-BDBA03C3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41453-0E16-F22F-0195-51C3F220E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0C79-62C8-F8AE-0E27-D09E93FA5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701C-72D7-D5CB-F15E-00BA62CA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FA42-C046-D9C9-39D1-91F23A3A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1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D6EE1-7F1A-6F62-F45B-C41C9D7A9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7D07E-39EC-CD98-6A83-42A077FB7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43379-48D2-77D0-910F-3F8F7120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9A961-EF48-F055-D9B4-C377ECAD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6B6E1-F531-3048-6B58-FE904209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5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4AEA6-2F8D-A460-07AB-287975EA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F4BF6-8E44-DBAE-D5E3-E29BB605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A8CDC-9DA9-7A54-D21D-D92380565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7CC1E-584F-4D38-9425-C3DE5B39DC4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86302-D96C-BD26-5C5B-85BE90CB7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E7038-2E38-F44F-7E24-282B8F118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1A9EC-A796-4F3E-B6B7-63AD40968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1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874A56F-3EF5-FBF9-F39E-586747D88516}"/>
              </a:ext>
            </a:extLst>
          </p:cNvPr>
          <p:cNvSpPr/>
          <p:nvPr/>
        </p:nvSpPr>
        <p:spPr>
          <a:xfrm>
            <a:off x="2186320" y="912492"/>
            <a:ext cx="3200400" cy="3200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4” Gauge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Raspberry Pi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800x800 HDMI LCD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911F62-76D7-2A33-33E4-DE0E602D26CD}"/>
              </a:ext>
            </a:extLst>
          </p:cNvPr>
          <p:cNvSpPr/>
          <p:nvPr/>
        </p:nvSpPr>
        <p:spPr>
          <a:xfrm>
            <a:off x="5612862" y="912492"/>
            <a:ext cx="3200400" cy="3200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4” Gauge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Step Motor Driven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Mechanical Speedometer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w/ Servo Gear Indicator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w/ </a:t>
            </a:r>
            <a:r>
              <a:rPr lang="en-US" dirty="0" err="1">
                <a:solidFill>
                  <a:schemeClr val="tx1"/>
                </a:solidFill>
              </a:rPr>
              <a:t>eInk</a:t>
            </a:r>
            <a:r>
              <a:rPr lang="en-US" dirty="0">
                <a:solidFill>
                  <a:schemeClr val="tx1"/>
                </a:solidFill>
              </a:rPr>
              <a:t> Odometer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3E7239-B233-6A10-9FA1-3B67DCD664A0}"/>
              </a:ext>
            </a:extLst>
          </p:cNvPr>
          <p:cNvSpPr/>
          <p:nvPr/>
        </p:nvSpPr>
        <p:spPr>
          <a:xfrm>
            <a:off x="9199435" y="2840164"/>
            <a:ext cx="1828800" cy="1828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2” Gauge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Almanac/GPS LCD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7CEA18-800E-0659-79B9-F6AF4C3E60D3}"/>
              </a:ext>
            </a:extLst>
          </p:cNvPr>
          <p:cNvSpPr/>
          <p:nvPr/>
        </p:nvSpPr>
        <p:spPr>
          <a:xfrm>
            <a:off x="244449" y="912492"/>
            <a:ext cx="1828800" cy="1828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2” Gauge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Fuel Servo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w/ LED ring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742217-7095-82EF-445E-836C70E76EBE}"/>
              </a:ext>
            </a:extLst>
          </p:cNvPr>
          <p:cNvSpPr/>
          <p:nvPr/>
        </p:nvSpPr>
        <p:spPr>
          <a:xfrm>
            <a:off x="357520" y="2840164"/>
            <a:ext cx="1828800" cy="1828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2” Gauge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Temp Servo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w/ LED Ring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FFC9D5-A097-9121-0E46-6BBD49651461}"/>
              </a:ext>
            </a:extLst>
          </p:cNvPr>
          <p:cNvSpPr/>
          <p:nvPr/>
        </p:nvSpPr>
        <p:spPr>
          <a:xfrm>
            <a:off x="9091280" y="912492"/>
            <a:ext cx="1828800" cy="1828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2” Gauge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Amps Servo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w/ LED Ring</a:t>
            </a:r>
          </a:p>
        </p:txBody>
      </p:sp>
    </p:spTree>
    <p:extLst>
      <p:ext uri="{BB962C8B-B14F-4D97-AF65-F5344CB8AC3E}">
        <p14:creationId xmlns:p14="http://schemas.microsoft.com/office/powerpoint/2010/main" val="233631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Montana</dc:creator>
  <cp:lastModifiedBy>Michael Montana</cp:lastModifiedBy>
  <cp:revision>1</cp:revision>
  <dcterms:created xsi:type="dcterms:W3CDTF">2026-02-23T20:37:14Z</dcterms:created>
  <dcterms:modified xsi:type="dcterms:W3CDTF">2026-02-23T20:43:10Z</dcterms:modified>
</cp:coreProperties>
</file>